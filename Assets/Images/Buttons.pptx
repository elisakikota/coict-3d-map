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3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02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01AE4-73D5-4ABA-9604-39647ABFA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935BEF-3CAE-4820-A344-B923BA33C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9AF3C-84E7-4A81-A705-467D400DF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A2F7-8B67-46A5-AD11-27466E8EF866}" type="datetimeFigureOut">
              <a:rPr lang="en-TZ" smtClean="0"/>
              <a:t>31/01/2026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7F891-6BE7-4582-8781-F7EFB91AC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401B2-F16A-4CA5-81AC-219DB160E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E1F16-25AE-4361-85ED-748A9A19526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626640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26373-FA0D-405E-A614-132F2AE72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EEA3C-A063-44CD-8236-C0C5C178A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4702C-7C44-4014-BB7D-A25955EB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A2F7-8B67-46A5-AD11-27466E8EF866}" type="datetimeFigureOut">
              <a:rPr lang="en-TZ" smtClean="0"/>
              <a:t>31/01/2026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5DBA4-9B2E-41A2-BF82-68018C315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ECDC5-BF64-495C-B101-8EA79B270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E1F16-25AE-4361-85ED-748A9A19526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778241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972E5-4C0A-4158-B39E-45506878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14107-E792-4E13-BC39-FB6C1FA31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9A4A6-4950-44F1-83F3-3F9636BA0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A2F7-8B67-46A5-AD11-27466E8EF866}" type="datetimeFigureOut">
              <a:rPr lang="en-TZ" smtClean="0"/>
              <a:t>31/01/2026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1CDB5-0F89-4CDA-83D2-38DAC2E14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E3876-B956-4F63-A87A-AFC8C1CE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E1F16-25AE-4361-85ED-748A9A19526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94254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CE125-4D61-43E0-9ADF-ACD91288C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1BAA6-4666-40E1-A205-32786BD24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8EE03-F1DB-48C4-B704-7D00E8B33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9BD5D-0050-467C-8293-E9A4CDD30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A2F7-8B67-46A5-AD11-27466E8EF866}" type="datetimeFigureOut">
              <a:rPr lang="en-TZ" smtClean="0"/>
              <a:t>31/01/2026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8C627-4B90-46EE-A2EC-DC8450DE2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781E0-3113-49C3-A877-DAEBFD4A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E1F16-25AE-4361-85ED-748A9A19526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87171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41FD-22F9-4FE8-9197-90BDABEE7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E25DA-6ACD-4A39-B74B-37B374195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AD94E-DE58-48AA-869E-C80E6D785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E05A12-8C47-4BB4-AC6D-888E033552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3F591-CC4F-4466-B888-481A54B51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A249E3-B89F-4D1D-B375-C3B35C43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A2F7-8B67-46A5-AD11-27466E8EF866}" type="datetimeFigureOut">
              <a:rPr lang="en-TZ" smtClean="0"/>
              <a:t>31/01/2026</a:t>
            </a:fld>
            <a:endParaRPr lang="en-T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31FF30-3471-4FD0-8459-C53D4754C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09EA8A-6915-45AC-9F47-E06868E5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E1F16-25AE-4361-85ED-748A9A19526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69860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BFF4-A3B2-4D73-A5C7-33DBA94C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ADB85E-B9C1-4B82-A198-BD5C5777A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A2F7-8B67-46A5-AD11-27466E8EF866}" type="datetimeFigureOut">
              <a:rPr lang="en-TZ" smtClean="0"/>
              <a:t>31/01/2026</a:t>
            </a:fld>
            <a:endParaRPr lang="en-T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BCA05-547E-47C7-B0E4-780FB87B7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5834A-3BCE-4D72-9AEB-79BEC043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E1F16-25AE-4361-85ED-748A9A19526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4292806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9448D7-3941-4B6B-BFA3-653C11F5F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A2F7-8B67-46A5-AD11-27466E8EF866}" type="datetimeFigureOut">
              <a:rPr lang="en-TZ" smtClean="0"/>
              <a:t>31/01/2026</a:t>
            </a:fld>
            <a:endParaRPr lang="en-T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CA82FC-6B23-433A-AD9B-066B6781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6D403-FBCD-41EF-A304-CCAE4CA91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E1F16-25AE-4361-85ED-748A9A19526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15654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3EABC-2A64-45D6-B130-7B4A1FA6E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00B82-3A2E-4BFE-AF38-2F127B357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7B329-7814-4778-823C-A8440C7BF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FEC5E-D437-4671-A295-C4D79BB00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A2F7-8B67-46A5-AD11-27466E8EF866}" type="datetimeFigureOut">
              <a:rPr lang="en-TZ" smtClean="0"/>
              <a:t>31/01/2026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5CF54-E0D5-441D-AE19-1B0FEBDD5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F9028-7C15-461E-A0D2-DC0943DE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E1F16-25AE-4361-85ED-748A9A19526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917122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4D45-09AA-4488-9411-F5D905DD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258308-3083-40C1-BA6E-A91D2F88B0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DEB7B-1700-482E-8C53-69C451635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BED63-73A3-415E-AA79-0D3A994D1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A2F7-8B67-46A5-AD11-27466E8EF866}" type="datetimeFigureOut">
              <a:rPr lang="en-TZ" smtClean="0"/>
              <a:t>31/01/2026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F9308-2C48-44AC-B94D-576FE5F2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EAA64-F608-48D4-A34D-179499FE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E1F16-25AE-4361-85ED-748A9A19526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20689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B27D-ABAE-448E-B4CE-8709A481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93717E-F8ED-4A69-B8B1-2A4792AD2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ECA37-F9C6-4F9F-87FD-6894E4239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A2F7-8B67-46A5-AD11-27466E8EF866}" type="datetimeFigureOut">
              <a:rPr lang="en-TZ" smtClean="0"/>
              <a:t>31/01/2026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16CAF-196A-4000-A324-E1D861B04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F042C-DA50-448C-84D6-622FD719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E1F16-25AE-4361-85ED-748A9A19526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299150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53353B-04A1-48CD-B3CA-B44D85B82F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BA7F2-8A36-48F7-B20C-E9CBC8DEF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D873B-A1B5-4EB9-88D5-28C041262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A2F7-8B67-46A5-AD11-27466E8EF866}" type="datetimeFigureOut">
              <a:rPr lang="en-TZ" smtClean="0"/>
              <a:t>31/01/2026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ACB36-5837-4E8B-8B3E-7E24547B7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48FF1-B30C-4D3D-82C4-239F0BB8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E1F16-25AE-4361-85ED-748A9A19526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62053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E8F4CD-354A-497D-ABDC-DE253CB8D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1EAC2-490B-42F3-B772-978132229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0724E-5749-4396-9B61-56A2C1955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5A2F7-8B67-46A5-AD11-27466E8EF866}" type="datetimeFigureOut">
              <a:rPr lang="en-TZ" smtClean="0"/>
              <a:t>31/01/2026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2A54C-AC0A-4A28-AE44-455F3FBC7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EC22E-E107-4ABF-8A15-5C51ECBBC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E1F16-25AE-4361-85ED-748A9A19526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214367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3CA9E1-5CAF-4BD2-AF2D-F629F6080F6A}"/>
              </a:ext>
            </a:extLst>
          </p:cNvPr>
          <p:cNvSpPr/>
          <p:nvPr/>
        </p:nvSpPr>
        <p:spPr>
          <a:xfrm>
            <a:off x="742950" y="549000"/>
            <a:ext cx="10800000" cy="5760000"/>
          </a:xfrm>
          <a:prstGeom prst="roundRect">
            <a:avLst/>
          </a:prstGeom>
          <a:solidFill>
            <a:srgbClr val="D1D3D4"/>
          </a:solidFill>
          <a:ln w="920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900" dirty="0">
                <a:solidFill>
                  <a:schemeClr val="tx1"/>
                </a:solidFill>
              </a:rPr>
              <a:t>Go Home</a:t>
            </a:r>
          </a:p>
        </p:txBody>
      </p:sp>
    </p:spTree>
    <p:extLst>
      <p:ext uri="{BB962C8B-B14F-4D97-AF65-F5344CB8AC3E}">
        <p14:creationId xmlns:p14="http://schemas.microsoft.com/office/powerpoint/2010/main" val="3652347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3CA9E1-5CAF-4BD2-AF2D-F629F6080F6A}"/>
              </a:ext>
            </a:extLst>
          </p:cNvPr>
          <p:cNvSpPr/>
          <p:nvPr/>
        </p:nvSpPr>
        <p:spPr>
          <a:xfrm>
            <a:off x="742950" y="549000"/>
            <a:ext cx="10800000" cy="5760000"/>
          </a:xfrm>
          <a:prstGeom prst="roundRect">
            <a:avLst/>
          </a:prstGeom>
          <a:solidFill>
            <a:srgbClr val="D1D3D4"/>
          </a:solidFill>
          <a:ln w="920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900" dirty="0">
                <a:solidFill>
                  <a:schemeClr val="tx1"/>
                </a:solidFill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869592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Elisa Kikota</dc:creator>
  <cp:lastModifiedBy>Elisa Kikota</cp:lastModifiedBy>
  <cp:revision>1</cp:revision>
  <dcterms:created xsi:type="dcterms:W3CDTF">2026-01-31T01:47:58Z</dcterms:created>
  <dcterms:modified xsi:type="dcterms:W3CDTF">2026-01-31T01:54:18Z</dcterms:modified>
</cp:coreProperties>
</file>